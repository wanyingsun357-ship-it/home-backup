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tu11i1o-30abe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850"/>
            <a:ext cx="12191695" cy="41142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tu11g85-640cf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451" y="0"/>
            <a:ext cx="1007679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tu11f68-bca49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20" y="0"/>
            <a:ext cx="10367054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